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Encrypt backups in S3. Collect access logs centrally.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